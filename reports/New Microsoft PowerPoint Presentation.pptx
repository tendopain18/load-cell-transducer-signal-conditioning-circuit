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60" r:id="rId6"/>
    <p:sldId id="261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CC88-F04A-6AFE-058F-F5A251280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EBED7-50F1-7E0E-F659-450A8901E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850CB-1586-00EE-B420-607014EC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3E2E-BAD8-26A5-C3D2-4398D4CA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AC5FC-4CF2-5CB9-DB4A-1A36EBDA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1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56D3-7BBE-0FBA-D387-706BBF79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482C-EE8D-0883-A22C-8F730949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CA0E8-E41B-05E2-519C-6D4318B5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71624-322B-77A3-3BC9-325DD05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7AD2C-D611-A8F3-B9AA-AA232EF8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1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75F3-2296-8510-DCFE-B0B666D9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D59CA-B9F5-6F53-B702-D92B16651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AAF3-6F6E-C6CC-97B0-7F89599E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44C94-C908-940F-6094-0BB5CF57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57F3-0A47-D9F9-E92C-35607585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2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F4E1-F08F-7540-FF09-3F7825BE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CD51-F459-DAF9-73E4-86DA6FF08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ED1B4-21D8-C8A8-FEE3-600B037CF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2B296-95E3-D11B-7419-C12CF5EF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1CFDA-E8A4-CEC2-39C4-2EE62D17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7FD17-FB5B-6CE6-2E98-0A1A44D6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0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26F7-09FD-D736-9076-B60C09996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E506A-02B6-047B-4F10-7D4330D8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983F3-9E91-CE81-6B42-285F33C19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063BB-CFE3-1E19-4B57-B03C1E797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1C362-0F76-FE62-5088-072ADC82C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31DDA-388F-4755-7907-F35FA3A5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80E7C-DE7D-4F66-9AFB-365384EC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4703B-EDD5-9FCE-F655-55EB1614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9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F303-A7ED-50A3-B189-E917111E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26FB1-9353-9D03-5EBB-5108C4DF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A430E-69AB-F134-3505-AC43D078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6424C-5C7D-010A-DE81-563B692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1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1A3D4-5565-B724-D310-C950D8A8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936D0-96AE-1C4F-171F-D5E1A7EF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29233-04F2-393C-8B60-60CF44E5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0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8684-18B5-1084-4707-8EF0E209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B31C-1A3F-3EB4-0748-20D5413EA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6DDDE-FA2C-C955-742F-D9D7F29D7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BD0D7-C01E-E970-D0A7-5368BD16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3B8FB-5FFC-EC3D-6881-B5A9D8F5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95EA-F0DF-4F98-2B0B-A8851F5F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2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908F-3D78-B5A8-98F4-4D1A8579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AC60B-F96A-81E5-4068-2B6C206B9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ADDAC-1BF5-1FE5-F1E1-C4286B1E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A74DA-8727-892F-C56E-A66EA189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F0D3-EA07-1207-5EDE-6F7DE494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E7E9A-F9D5-7FB2-974A-E4DD12C1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3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25A8-4EB2-5A76-93A0-2F98DDE1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F0D02-74E3-E936-7112-9A07BF509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C12CC-36DB-5A5F-F987-EC7894CF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146F9-A194-C773-4EF6-2F8B9B0DD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408A2-B12B-7F78-C86B-B241F858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B5AE9-D054-94C2-C56B-77EA6329F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15EE2-09C8-14C6-A60B-C720B763C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DDFCC-79E9-9F9D-1307-6F7391B8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CBBB8-761D-A799-4539-BA7B78F19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488E-80D0-2192-E12E-707E120A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4D782-4B8A-075B-E1F9-746B32AE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0C912-4A30-33BE-5A96-1A22CDBE3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CED7D-D9BA-9D38-1F36-3990D5001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FD504-FAFC-486D-92C9-AF34E9D04B3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3E4D7-5DD8-CBF3-13A0-BC4415BFD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7962-EFD2-E60E-B65A-DAD1EFD71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A678E-E90F-4D31-AF74-5751A00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5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D35B9-60F2-4417-371A-FA80B5D52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398" y="135185"/>
            <a:ext cx="9853204" cy="2323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5A8AB1-079B-3630-0887-EDD877EF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719" y="2218673"/>
            <a:ext cx="4868562" cy="35652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2D7279-5331-9920-DDFF-2B18D9EC8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69" y="4476750"/>
            <a:ext cx="26860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3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A668-CE3A-45FA-A51C-0E88571D7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10171-0E22-8DBA-F323-0E0385EA4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87FD1-5F2F-9E70-9620-AC98D13C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67E7D0-FC27-59DC-EFC0-EFE2A79E2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79" y="743799"/>
            <a:ext cx="11313841" cy="399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3D2C-D626-BBE5-410F-B29EC913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59899-C75B-F8D2-BAD9-EA57776B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737B1-6A7A-6D0C-F2EA-586199D4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F0D13-6ACC-B4EA-A2E2-45E6C808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0" y="681037"/>
            <a:ext cx="10822929" cy="488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35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070-4504-7F78-27E6-05E52111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DCDD-19B4-68A1-D53D-65955FBA9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B9662-1329-C0EC-1DC0-977515649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689F12-6F6A-D548-72EA-02615156E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4" y="1144588"/>
            <a:ext cx="11937452" cy="233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4706EF-3007-575D-C76E-0EB9BC9DB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96974"/>
            <a:ext cx="4275771" cy="18164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A086E3-D73A-6CAE-B060-23D95942D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318" y="3429000"/>
            <a:ext cx="3293539" cy="256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67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91FA-F108-282D-FBD1-E71345AD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D7A6-DFAC-0A62-938A-1D66337A7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55736-18D4-64B6-1F95-A0167CF8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49BD0B-444D-F7FA-BE59-64E080E5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1650"/>
            <a:ext cx="96012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9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57C6-AAF5-E939-AC22-519D9F7F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2E48-D401-A86E-D1A9-4BC5A7C78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1B25D-C117-F11F-6C10-E24CAE87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607A51-6E7B-E9DD-0909-C5C74B32D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69" y="538163"/>
            <a:ext cx="96869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0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FD9DA-CCF8-3AD2-370C-CA8162B30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9896475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8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067A8-2EA9-CBC6-55F9-18EBE3374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47" y="840832"/>
            <a:ext cx="11721106" cy="346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7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5EDC6C-8E6D-8711-6DF6-4FF32E460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42" y="553576"/>
            <a:ext cx="10953458" cy="575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2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F40EBF-E4BA-67FB-1F19-FE3AF8F29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67" y="226937"/>
            <a:ext cx="10881466" cy="663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5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5069A3-9E81-1463-C900-597A8EE82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99" y="485087"/>
            <a:ext cx="10057953" cy="58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8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F73D8D-BE3F-6393-9E54-8D0E62EC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846" y="365125"/>
            <a:ext cx="8812936" cy="64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8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AE5908-714F-B17D-9C2F-C7FF2818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41" y="291662"/>
            <a:ext cx="8524180" cy="63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5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A3820-42D2-2EB4-7E69-1FDAC8E3D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042" y="657168"/>
            <a:ext cx="4300160" cy="551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37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FB7A-37D3-BC89-584C-3497E95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2E4-CFA5-3A6A-9085-E775F43E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ECAC-FD15-7239-3611-0430BFE9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1C025-9442-53AD-222C-BC64FC83D9C5}"/>
              </a:ext>
            </a:extLst>
          </p:cNvPr>
          <p:cNvSpPr txBox="1"/>
          <p:nvPr/>
        </p:nvSpPr>
        <p:spPr>
          <a:xfrm>
            <a:off x="4346290" y="2921167"/>
            <a:ext cx="34994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608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 ashraf</dc:creator>
  <cp:lastModifiedBy>amr ashraf</cp:lastModifiedBy>
  <cp:revision>1</cp:revision>
  <dcterms:created xsi:type="dcterms:W3CDTF">2024-01-08T21:35:20Z</dcterms:created>
  <dcterms:modified xsi:type="dcterms:W3CDTF">2024-01-08T21:44:16Z</dcterms:modified>
</cp:coreProperties>
</file>